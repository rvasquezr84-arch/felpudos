
<file path=[Content_Types].xml><?xml version="1.0" encoding="utf-8"?>
<Types xmlns="http://schemas.openxmlformats.org/package/2006/content-types">
  <Default Extension="bmp" ContentType="image/bm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8" r:id="rId6"/>
    <p:sldId id="263" r:id="rId7"/>
    <p:sldId id="264" r:id="rId8"/>
    <p:sldId id="266" r:id="rId9"/>
    <p:sldId id="265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5" autoAdjust="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ul Vasquez" userId="dc349bc2bddc4310" providerId="LiveId" clId="{FED439D8-1688-440E-90A8-AA6C84F07E35}"/>
    <pc:docChg chg="undo redo custSel addSld delSld modSld sldOrd">
      <pc:chgData name="Raul Vasquez" userId="dc349bc2bddc4310" providerId="LiveId" clId="{FED439D8-1688-440E-90A8-AA6C84F07E35}" dt="2026-04-10T19:26:54.220" v="2718" actId="14100"/>
      <pc:docMkLst>
        <pc:docMk/>
      </pc:docMkLst>
      <pc:sldChg chg="del">
        <pc:chgData name="Raul Vasquez" userId="dc349bc2bddc4310" providerId="LiveId" clId="{FED439D8-1688-440E-90A8-AA6C84F07E35}" dt="2026-04-09T23:16:44.971" v="0" actId="47"/>
        <pc:sldMkLst>
          <pc:docMk/>
          <pc:sldMk cId="3298414155" sldId="261"/>
        </pc:sldMkLst>
      </pc:sldChg>
      <pc:sldChg chg="addSp modSp mod">
        <pc:chgData name="Raul Vasquez" userId="dc349bc2bddc4310" providerId="LiveId" clId="{FED439D8-1688-440E-90A8-AA6C84F07E35}" dt="2026-04-09T23:53:31.883" v="439" actId="13822"/>
        <pc:sldMkLst>
          <pc:docMk/>
          <pc:sldMk cId="1804186245" sldId="263"/>
        </pc:sldMkLst>
        <pc:spChg chg="add mod">
          <ac:chgData name="Raul Vasquez" userId="dc349bc2bddc4310" providerId="LiveId" clId="{FED439D8-1688-440E-90A8-AA6C84F07E35}" dt="2026-04-09T23:53:31.883" v="439" actId="13822"/>
          <ac:spMkLst>
            <pc:docMk/>
            <pc:sldMk cId="1804186245" sldId="263"/>
            <ac:spMk id="8" creationId="{5B2FA1B4-D2DF-457C-87C1-C239ADCCDE6D}"/>
          </ac:spMkLst>
        </pc:spChg>
        <pc:spChg chg="mod">
          <ac:chgData name="Raul Vasquez" userId="dc349bc2bddc4310" providerId="LiveId" clId="{FED439D8-1688-440E-90A8-AA6C84F07E35}" dt="2026-04-09T23:53:09.636" v="434" actId="1076"/>
          <ac:spMkLst>
            <pc:docMk/>
            <pc:sldMk cId="1804186245" sldId="263"/>
            <ac:spMk id="9" creationId="{03F23F30-4B85-40B7-8E33-DEB39F7E2800}"/>
          </ac:spMkLst>
        </pc:spChg>
        <pc:spChg chg="mod">
          <ac:chgData name="Raul Vasquez" userId="dc349bc2bddc4310" providerId="LiveId" clId="{FED439D8-1688-440E-90A8-AA6C84F07E35}" dt="2026-04-09T23:51:18.873" v="415" actId="404"/>
          <ac:spMkLst>
            <pc:docMk/>
            <pc:sldMk cId="1804186245" sldId="263"/>
            <ac:spMk id="10" creationId="{FF9C76D7-12B3-4C51-BDED-5C4B7608E461}"/>
          </ac:spMkLst>
        </pc:spChg>
        <pc:picChg chg="mod">
          <ac:chgData name="Raul Vasquez" userId="dc349bc2bddc4310" providerId="LiveId" clId="{FED439D8-1688-440E-90A8-AA6C84F07E35}" dt="2026-04-09T23:53:17.621" v="436" actId="1076"/>
          <ac:picMkLst>
            <pc:docMk/>
            <pc:sldMk cId="1804186245" sldId="263"/>
            <ac:picMk id="5" creationId="{C542C31E-A9A6-4196-9C15-D9E26F2B2175}"/>
          </ac:picMkLst>
        </pc:picChg>
      </pc:sldChg>
      <pc:sldChg chg="addSp delSp modSp add mod">
        <pc:chgData name="Raul Vasquez" userId="dc349bc2bddc4310" providerId="LiveId" clId="{FED439D8-1688-440E-90A8-AA6C84F07E35}" dt="2026-04-09T23:54:06.761" v="441" actId="13822"/>
        <pc:sldMkLst>
          <pc:docMk/>
          <pc:sldMk cId="2039810716" sldId="264"/>
        </pc:sldMkLst>
        <pc:spChg chg="add del mod">
          <ac:chgData name="Raul Vasquez" userId="dc349bc2bddc4310" providerId="LiveId" clId="{FED439D8-1688-440E-90A8-AA6C84F07E35}" dt="2026-04-09T23:17:07.557" v="9" actId="478"/>
          <ac:spMkLst>
            <pc:docMk/>
            <pc:sldMk cId="2039810716" sldId="264"/>
            <ac:spMk id="3" creationId="{6BA792E3-C9E1-4988-A748-C9CEBA639387}"/>
          </ac:spMkLst>
        </pc:spChg>
        <pc:spChg chg="add del">
          <ac:chgData name="Raul Vasquez" userId="dc349bc2bddc4310" providerId="LiveId" clId="{FED439D8-1688-440E-90A8-AA6C84F07E35}" dt="2026-04-09T23:20:34.823" v="69" actId="11529"/>
          <ac:spMkLst>
            <pc:docMk/>
            <pc:sldMk cId="2039810716" sldId="264"/>
            <ac:spMk id="6" creationId="{3E173BBF-009D-47C9-BCDC-19FAACDFC301}"/>
          </ac:spMkLst>
        </pc:spChg>
        <pc:spChg chg="add del">
          <ac:chgData name="Raul Vasquez" userId="dc349bc2bddc4310" providerId="LiveId" clId="{FED439D8-1688-440E-90A8-AA6C84F07E35}" dt="2026-04-09T23:20:40.553" v="71" actId="11529"/>
          <ac:spMkLst>
            <pc:docMk/>
            <pc:sldMk cId="2039810716" sldId="264"/>
            <ac:spMk id="7" creationId="{84EAD504-012B-4A9C-817F-C7054847E4B2}"/>
          </ac:spMkLst>
        </pc:spChg>
        <pc:spChg chg="mod">
          <ac:chgData name="Raul Vasquez" userId="dc349bc2bddc4310" providerId="LiveId" clId="{FED439D8-1688-440E-90A8-AA6C84F07E35}" dt="2026-04-09T23:51:48.740" v="421" actId="12"/>
          <ac:spMkLst>
            <pc:docMk/>
            <pc:sldMk cId="2039810716" sldId="264"/>
            <ac:spMk id="9" creationId="{03F23F30-4B85-40B7-8E33-DEB39F7E2800}"/>
          </ac:spMkLst>
        </pc:spChg>
        <pc:spChg chg="del">
          <ac:chgData name="Raul Vasquez" userId="dc349bc2bddc4310" providerId="LiveId" clId="{FED439D8-1688-440E-90A8-AA6C84F07E35}" dt="2026-04-09T23:17:05.462" v="8" actId="478"/>
          <ac:spMkLst>
            <pc:docMk/>
            <pc:sldMk cId="2039810716" sldId="264"/>
            <ac:spMk id="10" creationId="{FF9C76D7-12B3-4C51-BDED-5C4B7608E461}"/>
          </ac:spMkLst>
        </pc:spChg>
        <pc:spChg chg="add mod">
          <ac:chgData name="Raul Vasquez" userId="dc349bc2bddc4310" providerId="LiveId" clId="{FED439D8-1688-440E-90A8-AA6C84F07E35}" dt="2026-04-09T23:54:06.761" v="441" actId="13822"/>
          <ac:spMkLst>
            <pc:docMk/>
            <pc:sldMk cId="2039810716" sldId="264"/>
            <ac:spMk id="11" creationId="{089BE61D-6B65-4094-A926-6D6EAFD0DFE1}"/>
          </ac:spMkLst>
        </pc:spChg>
      </pc:sldChg>
      <pc:sldChg chg="addSp delSp modSp add mod">
        <pc:chgData name="Raul Vasquez" userId="dc349bc2bddc4310" providerId="LiveId" clId="{FED439D8-1688-440E-90A8-AA6C84F07E35}" dt="2026-04-10T00:55:01.607" v="988" actId="20577"/>
        <pc:sldMkLst>
          <pc:docMk/>
          <pc:sldMk cId="119765559" sldId="265"/>
        </pc:sldMkLst>
        <pc:spChg chg="add del mod">
          <ac:chgData name="Raul Vasquez" userId="dc349bc2bddc4310" providerId="LiveId" clId="{FED439D8-1688-440E-90A8-AA6C84F07E35}" dt="2026-04-09T23:23:39.707" v="91" actId="478"/>
          <ac:spMkLst>
            <pc:docMk/>
            <pc:sldMk cId="119765559" sldId="265"/>
            <ac:spMk id="3" creationId="{E7D49231-973E-4A23-A846-28389C91B737}"/>
          </ac:spMkLst>
        </pc:spChg>
        <pc:spChg chg="del mod">
          <ac:chgData name="Raul Vasquez" userId="dc349bc2bddc4310" providerId="LiveId" clId="{FED439D8-1688-440E-90A8-AA6C84F07E35}" dt="2026-04-09T23:56:01.153" v="450" actId="478"/>
          <ac:spMkLst>
            <pc:docMk/>
            <pc:sldMk cId="119765559" sldId="265"/>
            <ac:spMk id="9" creationId="{03F23F30-4B85-40B7-8E33-DEB39F7E2800}"/>
          </ac:spMkLst>
        </pc:spChg>
        <pc:spChg chg="del">
          <ac:chgData name="Raul Vasquez" userId="dc349bc2bddc4310" providerId="LiveId" clId="{FED439D8-1688-440E-90A8-AA6C84F07E35}" dt="2026-04-09T23:23:37.507" v="90" actId="478"/>
          <ac:spMkLst>
            <pc:docMk/>
            <pc:sldMk cId="119765559" sldId="265"/>
            <ac:spMk id="10" creationId="{FF9C76D7-12B3-4C51-BDED-5C4B7608E461}"/>
          </ac:spMkLst>
        </pc:spChg>
        <pc:spChg chg="add del mod">
          <ac:chgData name="Raul Vasquez" userId="dc349bc2bddc4310" providerId="LiveId" clId="{FED439D8-1688-440E-90A8-AA6C84F07E35}" dt="2026-04-09T23:56:02.431" v="451" actId="478"/>
          <ac:spMkLst>
            <pc:docMk/>
            <pc:sldMk cId="119765559" sldId="265"/>
            <ac:spMk id="11" creationId="{F965CBAD-42A6-4EAD-B645-F99D0F72F928}"/>
          </ac:spMkLst>
        </pc:spChg>
        <pc:spChg chg="add mod">
          <ac:chgData name="Raul Vasquez" userId="dc349bc2bddc4310" providerId="LiveId" clId="{FED439D8-1688-440E-90A8-AA6C84F07E35}" dt="2026-04-10T00:55:01.607" v="988" actId="20577"/>
          <ac:spMkLst>
            <pc:docMk/>
            <pc:sldMk cId="119765559" sldId="265"/>
            <ac:spMk id="12" creationId="{AF85C7EE-EA46-40B9-98E0-10BE9EFD720A}"/>
          </ac:spMkLst>
        </pc:spChg>
      </pc:sldChg>
      <pc:sldChg chg="addSp delSp modSp add mod ord">
        <pc:chgData name="Raul Vasquez" userId="dc349bc2bddc4310" providerId="LiveId" clId="{FED439D8-1688-440E-90A8-AA6C84F07E35}" dt="2026-04-09T23:54:13.958" v="442" actId="13822"/>
        <pc:sldMkLst>
          <pc:docMk/>
          <pc:sldMk cId="2759772976" sldId="266"/>
        </pc:sldMkLst>
        <pc:spChg chg="add del mod">
          <ac:chgData name="Raul Vasquez" userId="dc349bc2bddc4310" providerId="LiveId" clId="{FED439D8-1688-440E-90A8-AA6C84F07E35}" dt="2026-04-09T23:41:07.322" v="243" actId="478"/>
          <ac:spMkLst>
            <pc:docMk/>
            <pc:sldMk cId="2759772976" sldId="266"/>
            <ac:spMk id="3" creationId="{A477F05B-1271-474B-88F7-FFE5C48D8260}"/>
          </ac:spMkLst>
        </pc:spChg>
        <pc:spChg chg="del">
          <ac:chgData name="Raul Vasquez" userId="dc349bc2bddc4310" providerId="LiveId" clId="{FED439D8-1688-440E-90A8-AA6C84F07E35}" dt="2026-04-09T23:41:03.799" v="241" actId="478"/>
          <ac:spMkLst>
            <pc:docMk/>
            <pc:sldMk cId="2759772976" sldId="266"/>
            <ac:spMk id="9" creationId="{03F23F30-4B85-40B7-8E33-DEB39F7E2800}"/>
          </ac:spMkLst>
        </pc:spChg>
        <pc:spChg chg="del">
          <ac:chgData name="Raul Vasquez" userId="dc349bc2bddc4310" providerId="LiveId" clId="{FED439D8-1688-440E-90A8-AA6C84F07E35}" dt="2026-04-09T23:41:05.779" v="242" actId="478"/>
          <ac:spMkLst>
            <pc:docMk/>
            <pc:sldMk cId="2759772976" sldId="266"/>
            <ac:spMk id="10" creationId="{FF9C76D7-12B3-4C51-BDED-5C4B7608E461}"/>
          </ac:spMkLst>
        </pc:spChg>
        <pc:spChg chg="add mod">
          <ac:chgData name="Raul Vasquez" userId="dc349bc2bddc4310" providerId="LiveId" clId="{FED439D8-1688-440E-90A8-AA6C84F07E35}" dt="2026-04-09T23:50:29.484" v="407" actId="1076"/>
          <ac:spMkLst>
            <pc:docMk/>
            <pc:sldMk cId="2759772976" sldId="266"/>
            <ac:spMk id="11" creationId="{145AD6A3-0227-4B6D-ADEA-77A551432137}"/>
          </ac:spMkLst>
        </pc:spChg>
        <pc:spChg chg="add mod">
          <ac:chgData name="Raul Vasquez" userId="dc349bc2bddc4310" providerId="LiveId" clId="{FED439D8-1688-440E-90A8-AA6C84F07E35}" dt="2026-04-09T23:54:13.958" v="442" actId="13822"/>
          <ac:spMkLst>
            <pc:docMk/>
            <pc:sldMk cId="2759772976" sldId="266"/>
            <ac:spMk id="12" creationId="{C8A88A83-5684-4CF0-B3CF-57C4EDB4224E}"/>
          </ac:spMkLst>
        </pc:spChg>
      </pc:sldChg>
      <pc:sldChg chg="add del">
        <pc:chgData name="Raul Vasquez" userId="dc349bc2bddc4310" providerId="LiveId" clId="{FED439D8-1688-440E-90A8-AA6C84F07E35}" dt="2026-04-10T00:35:33.904" v="507" actId="47"/>
        <pc:sldMkLst>
          <pc:docMk/>
          <pc:sldMk cId="3231113478" sldId="267"/>
        </pc:sldMkLst>
      </pc:sldChg>
      <pc:sldChg chg="add del">
        <pc:chgData name="Raul Vasquez" userId="dc349bc2bddc4310" providerId="LiveId" clId="{FED439D8-1688-440E-90A8-AA6C84F07E35}" dt="2026-04-10T00:35:33.904" v="507" actId="47"/>
        <pc:sldMkLst>
          <pc:docMk/>
          <pc:sldMk cId="1532151928" sldId="268"/>
        </pc:sldMkLst>
      </pc:sldChg>
      <pc:sldChg chg="add del">
        <pc:chgData name="Raul Vasquez" userId="dc349bc2bddc4310" providerId="LiveId" clId="{FED439D8-1688-440E-90A8-AA6C84F07E35}" dt="2026-04-10T00:35:33.904" v="507" actId="47"/>
        <pc:sldMkLst>
          <pc:docMk/>
          <pc:sldMk cId="1066361910" sldId="269"/>
        </pc:sldMkLst>
      </pc:sldChg>
      <pc:sldChg chg="add del">
        <pc:chgData name="Raul Vasquez" userId="dc349bc2bddc4310" providerId="LiveId" clId="{FED439D8-1688-440E-90A8-AA6C84F07E35}" dt="2026-04-10T00:35:33.904" v="507" actId="47"/>
        <pc:sldMkLst>
          <pc:docMk/>
          <pc:sldMk cId="4291924408" sldId="270"/>
        </pc:sldMkLst>
      </pc:sldChg>
      <pc:sldChg chg="addSp delSp modSp add mod">
        <pc:chgData name="Raul Vasquez" userId="dc349bc2bddc4310" providerId="LiveId" clId="{FED439D8-1688-440E-90A8-AA6C84F07E35}" dt="2026-04-10T03:10:32.860" v="1014" actId="20577"/>
        <pc:sldMkLst>
          <pc:docMk/>
          <pc:sldMk cId="2388376313" sldId="271"/>
        </pc:sldMkLst>
        <pc:spChg chg="add del">
          <ac:chgData name="Raul Vasquez" userId="dc349bc2bddc4310" providerId="LiveId" clId="{FED439D8-1688-440E-90A8-AA6C84F07E35}" dt="2026-04-10T00:40:31.797" v="749" actId="22"/>
          <ac:spMkLst>
            <pc:docMk/>
            <pc:sldMk cId="2388376313" sldId="271"/>
            <ac:spMk id="7" creationId="{0EDF0F15-B1EE-4900-BF6C-11DC522B9BBE}"/>
          </ac:spMkLst>
        </pc:spChg>
        <pc:spChg chg="mod">
          <ac:chgData name="Raul Vasquez" userId="dc349bc2bddc4310" providerId="LiveId" clId="{FED439D8-1688-440E-90A8-AA6C84F07E35}" dt="2026-04-10T03:10:32.860" v="1014" actId="20577"/>
          <ac:spMkLst>
            <pc:docMk/>
            <pc:sldMk cId="2388376313" sldId="271"/>
            <ac:spMk id="12" creationId="{AF85C7EE-EA46-40B9-98E0-10BE9EFD720A}"/>
          </ac:spMkLst>
        </pc:spChg>
        <pc:picChg chg="mod">
          <ac:chgData name="Raul Vasquez" userId="dc349bc2bddc4310" providerId="LiveId" clId="{FED439D8-1688-440E-90A8-AA6C84F07E35}" dt="2026-04-10T03:09:01.303" v="1002" actId="1076"/>
          <ac:picMkLst>
            <pc:docMk/>
            <pc:sldMk cId="2388376313" sldId="271"/>
            <ac:picMk id="5" creationId="{C542C31E-A9A6-4196-9C15-D9E26F2B2175}"/>
          </ac:picMkLst>
        </pc:picChg>
      </pc:sldChg>
      <pc:sldChg chg="addSp delSp modSp add mod">
        <pc:chgData name="Raul Vasquez" userId="dc349bc2bddc4310" providerId="LiveId" clId="{FED439D8-1688-440E-90A8-AA6C84F07E35}" dt="2026-04-10T03:18:30.403" v="1459" actId="20577"/>
        <pc:sldMkLst>
          <pc:docMk/>
          <pc:sldMk cId="3394818154" sldId="272"/>
        </pc:sldMkLst>
        <pc:spChg chg="add mod">
          <ac:chgData name="Raul Vasquez" userId="dc349bc2bddc4310" providerId="LiveId" clId="{FED439D8-1688-440E-90A8-AA6C84F07E35}" dt="2026-04-10T03:11:41.474" v="1019" actId="1076"/>
          <ac:spMkLst>
            <pc:docMk/>
            <pc:sldMk cId="3394818154" sldId="272"/>
            <ac:spMk id="6" creationId="{AF0C4066-A101-48B2-9053-8B30B665B57C}"/>
          </ac:spMkLst>
        </pc:spChg>
        <pc:spChg chg="add mod">
          <ac:chgData name="Raul Vasquez" userId="dc349bc2bddc4310" providerId="LiveId" clId="{FED439D8-1688-440E-90A8-AA6C84F07E35}" dt="2026-04-10T03:18:30.403" v="1459" actId="20577"/>
          <ac:spMkLst>
            <pc:docMk/>
            <pc:sldMk cId="3394818154" sldId="272"/>
            <ac:spMk id="8" creationId="{5E2EA095-318E-422D-B247-EAE7AFB74F2F}"/>
          </ac:spMkLst>
        </pc:spChg>
        <pc:spChg chg="add del">
          <ac:chgData name="Raul Vasquez" userId="dc349bc2bddc4310" providerId="LiveId" clId="{FED439D8-1688-440E-90A8-AA6C84F07E35}" dt="2026-04-10T03:12:32.171" v="1027" actId="22"/>
          <ac:spMkLst>
            <pc:docMk/>
            <pc:sldMk cId="3394818154" sldId="272"/>
            <ac:spMk id="10" creationId="{25F4836B-AF62-472F-AB0F-B7498263235E}"/>
          </ac:spMkLst>
        </pc:spChg>
        <pc:spChg chg="del mod">
          <ac:chgData name="Raul Vasquez" userId="dc349bc2bddc4310" providerId="LiveId" clId="{FED439D8-1688-440E-90A8-AA6C84F07E35}" dt="2026-04-10T00:50:29.634" v="928" actId="478"/>
          <ac:spMkLst>
            <pc:docMk/>
            <pc:sldMk cId="3394818154" sldId="272"/>
            <ac:spMk id="12" creationId="{AF85C7EE-EA46-40B9-98E0-10BE9EFD720A}"/>
          </ac:spMkLst>
        </pc:spChg>
        <pc:spChg chg="add del mod">
          <ac:chgData name="Raul Vasquez" userId="dc349bc2bddc4310" providerId="LiveId" clId="{FED439D8-1688-440E-90A8-AA6C84F07E35}" dt="2026-04-10T03:12:36.101" v="1031" actId="22"/>
          <ac:spMkLst>
            <pc:docMk/>
            <pc:sldMk cId="3394818154" sldId="272"/>
            <ac:spMk id="13" creationId="{B3B3764C-5C73-461E-95E9-09E3ABE7E969}"/>
          </ac:spMkLst>
        </pc:spChg>
      </pc:sldChg>
      <pc:sldChg chg="addSp modSp add mod">
        <pc:chgData name="Raul Vasquez" userId="dc349bc2bddc4310" providerId="LiveId" clId="{FED439D8-1688-440E-90A8-AA6C84F07E35}" dt="2026-04-10T03:26:15.398" v="1666" actId="20577"/>
        <pc:sldMkLst>
          <pc:docMk/>
          <pc:sldMk cId="1822202757" sldId="273"/>
        </pc:sldMkLst>
        <pc:spChg chg="mod">
          <ac:chgData name="Raul Vasquez" userId="dc349bc2bddc4310" providerId="LiveId" clId="{FED439D8-1688-440E-90A8-AA6C84F07E35}" dt="2026-04-10T03:19:14.230" v="1481" actId="20577"/>
          <ac:spMkLst>
            <pc:docMk/>
            <pc:sldMk cId="1822202757" sldId="273"/>
            <ac:spMk id="6" creationId="{AF0C4066-A101-48B2-9053-8B30B665B57C}"/>
          </ac:spMkLst>
        </pc:spChg>
        <pc:spChg chg="mod">
          <ac:chgData name="Raul Vasquez" userId="dc349bc2bddc4310" providerId="LiveId" clId="{FED439D8-1688-440E-90A8-AA6C84F07E35}" dt="2026-04-10T03:26:15.398" v="1666" actId="20577"/>
          <ac:spMkLst>
            <pc:docMk/>
            <pc:sldMk cId="1822202757" sldId="273"/>
            <ac:spMk id="8" creationId="{5E2EA095-318E-422D-B247-EAE7AFB74F2F}"/>
          </ac:spMkLst>
        </pc:spChg>
        <pc:spChg chg="add mod">
          <ac:chgData name="Raul Vasquez" userId="dc349bc2bddc4310" providerId="LiveId" clId="{FED439D8-1688-440E-90A8-AA6C84F07E35}" dt="2026-04-10T03:25:34.603" v="1614" actId="20577"/>
          <ac:spMkLst>
            <pc:docMk/>
            <pc:sldMk cId="1822202757" sldId="273"/>
            <ac:spMk id="9" creationId="{D0738237-BE2C-4B7A-B6F1-B57B8EE84D57}"/>
          </ac:spMkLst>
        </pc:spChg>
      </pc:sldChg>
      <pc:sldChg chg="delSp modSp add mod">
        <pc:chgData name="Raul Vasquez" userId="dc349bc2bddc4310" providerId="LiveId" clId="{FED439D8-1688-440E-90A8-AA6C84F07E35}" dt="2026-04-10T18:58:23.678" v="1948" actId="21"/>
        <pc:sldMkLst>
          <pc:docMk/>
          <pc:sldMk cId="722020180" sldId="274"/>
        </pc:sldMkLst>
        <pc:spChg chg="mod">
          <ac:chgData name="Raul Vasquez" userId="dc349bc2bddc4310" providerId="LiveId" clId="{FED439D8-1688-440E-90A8-AA6C84F07E35}" dt="2026-04-10T03:28:07.785" v="1684" actId="20577"/>
          <ac:spMkLst>
            <pc:docMk/>
            <pc:sldMk cId="722020180" sldId="274"/>
            <ac:spMk id="6" creationId="{AF0C4066-A101-48B2-9053-8B30B665B57C}"/>
          </ac:spMkLst>
        </pc:spChg>
        <pc:spChg chg="mod">
          <ac:chgData name="Raul Vasquez" userId="dc349bc2bddc4310" providerId="LiveId" clId="{FED439D8-1688-440E-90A8-AA6C84F07E35}" dt="2026-04-10T18:58:23.678" v="1948" actId="21"/>
          <ac:spMkLst>
            <pc:docMk/>
            <pc:sldMk cId="722020180" sldId="274"/>
            <ac:spMk id="8" creationId="{5E2EA095-318E-422D-B247-EAE7AFB74F2F}"/>
          </ac:spMkLst>
        </pc:spChg>
        <pc:spChg chg="del">
          <ac:chgData name="Raul Vasquez" userId="dc349bc2bddc4310" providerId="LiveId" clId="{FED439D8-1688-440E-90A8-AA6C84F07E35}" dt="2026-04-10T03:28:12.591" v="1685" actId="478"/>
          <ac:spMkLst>
            <pc:docMk/>
            <pc:sldMk cId="722020180" sldId="274"/>
            <ac:spMk id="9" creationId="{D0738237-BE2C-4B7A-B6F1-B57B8EE84D57}"/>
          </ac:spMkLst>
        </pc:spChg>
      </pc:sldChg>
      <pc:sldChg chg="addSp delSp modSp add mod">
        <pc:chgData name="Raul Vasquez" userId="dc349bc2bddc4310" providerId="LiveId" clId="{FED439D8-1688-440E-90A8-AA6C84F07E35}" dt="2026-04-10T19:03:26.648" v="2045" actId="6549"/>
        <pc:sldMkLst>
          <pc:docMk/>
          <pc:sldMk cId="1989618187" sldId="275"/>
        </pc:sldMkLst>
        <pc:spChg chg="add del mod">
          <ac:chgData name="Raul Vasquez" userId="dc349bc2bddc4310" providerId="LiveId" clId="{FED439D8-1688-440E-90A8-AA6C84F07E35}" dt="2026-04-10T18:58:34.364" v="1950" actId="478"/>
          <ac:spMkLst>
            <pc:docMk/>
            <pc:sldMk cId="1989618187" sldId="275"/>
            <ac:spMk id="3" creationId="{D28D6FCD-1FD2-4E9C-9590-246EDD768673}"/>
          </ac:spMkLst>
        </pc:spChg>
        <pc:spChg chg="del">
          <ac:chgData name="Raul Vasquez" userId="dc349bc2bddc4310" providerId="LiveId" clId="{FED439D8-1688-440E-90A8-AA6C84F07E35}" dt="2026-04-10T18:58:28.905" v="1949" actId="478"/>
          <ac:spMkLst>
            <pc:docMk/>
            <pc:sldMk cId="1989618187" sldId="275"/>
            <ac:spMk id="6" creationId="{AF0C4066-A101-48B2-9053-8B30B665B57C}"/>
          </ac:spMkLst>
        </pc:spChg>
        <pc:spChg chg="del mod">
          <ac:chgData name="Raul Vasquez" userId="dc349bc2bddc4310" providerId="LiveId" clId="{FED439D8-1688-440E-90A8-AA6C84F07E35}" dt="2026-04-10T18:56:16.243" v="1924"/>
          <ac:spMkLst>
            <pc:docMk/>
            <pc:sldMk cId="1989618187" sldId="275"/>
            <ac:spMk id="8" creationId="{5E2EA095-318E-422D-B247-EAE7AFB74F2F}"/>
          </ac:spMkLst>
        </pc:spChg>
        <pc:spChg chg="add mod">
          <ac:chgData name="Raul Vasquez" userId="dc349bc2bddc4310" providerId="LiveId" clId="{FED439D8-1688-440E-90A8-AA6C84F07E35}" dt="2026-04-10T18:58:58.635" v="1968" actId="20577"/>
          <ac:spMkLst>
            <pc:docMk/>
            <pc:sldMk cId="1989618187" sldId="275"/>
            <ac:spMk id="10" creationId="{922B0D57-AADF-4403-9D02-F9C42467110C}"/>
          </ac:spMkLst>
        </pc:spChg>
        <pc:spChg chg="add mod">
          <ac:chgData name="Raul Vasquez" userId="dc349bc2bddc4310" providerId="LiveId" clId="{FED439D8-1688-440E-90A8-AA6C84F07E35}" dt="2026-04-10T19:03:26.648" v="2045" actId="6549"/>
          <ac:spMkLst>
            <pc:docMk/>
            <pc:sldMk cId="1989618187" sldId="275"/>
            <ac:spMk id="12" creationId="{C942FC8C-E2E5-42F7-B885-693F16A06442}"/>
          </ac:spMkLst>
        </pc:spChg>
      </pc:sldChg>
      <pc:sldChg chg="addSp delSp modSp add mod">
        <pc:chgData name="Raul Vasquez" userId="dc349bc2bddc4310" providerId="LiveId" clId="{FED439D8-1688-440E-90A8-AA6C84F07E35}" dt="2026-04-10T19:19:29.773" v="2563" actId="20577"/>
        <pc:sldMkLst>
          <pc:docMk/>
          <pc:sldMk cId="3562590277" sldId="276"/>
        </pc:sldMkLst>
        <pc:spChg chg="add del">
          <ac:chgData name="Raul Vasquez" userId="dc349bc2bddc4310" providerId="LiveId" clId="{FED439D8-1688-440E-90A8-AA6C84F07E35}" dt="2026-04-10T19:05:44.357" v="2050" actId="22"/>
          <ac:spMkLst>
            <pc:docMk/>
            <pc:sldMk cId="3562590277" sldId="276"/>
            <ac:spMk id="8" creationId="{64EA10A1-8491-4578-8737-258D56298F1B}"/>
          </ac:spMkLst>
        </pc:spChg>
        <pc:spChg chg="del">
          <ac:chgData name="Raul Vasquez" userId="dc349bc2bddc4310" providerId="LiveId" clId="{FED439D8-1688-440E-90A8-AA6C84F07E35}" dt="2026-04-10T19:05:39.448" v="2048" actId="478"/>
          <ac:spMkLst>
            <pc:docMk/>
            <pc:sldMk cId="3562590277" sldId="276"/>
            <ac:spMk id="10" creationId="{922B0D57-AADF-4403-9D02-F9C42467110C}"/>
          </ac:spMkLst>
        </pc:spChg>
        <pc:spChg chg="add del">
          <ac:chgData name="Raul Vasquez" userId="dc349bc2bddc4310" providerId="LiveId" clId="{FED439D8-1688-440E-90A8-AA6C84F07E35}" dt="2026-04-10T19:05:48.515" v="2052" actId="22"/>
          <ac:spMkLst>
            <pc:docMk/>
            <pc:sldMk cId="3562590277" sldId="276"/>
            <ac:spMk id="11" creationId="{AB64EDBB-0162-4CBC-A646-7FB588D43E7E}"/>
          </ac:spMkLst>
        </pc:spChg>
        <pc:spChg chg="del">
          <ac:chgData name="Raul Vasquez" userId="dc349bc2bddc4310" providerId="LiveId" clId="{FED439D8-1688-440E-90A8-AA6C84F07E35}" dt="2026-04-10T19:05:37.790" v="2047" actId="478"/>
          <ac:spMkLst>
            <pc:docMk/>
            <pc:sldMk cId="3562590277" sldId="276"/>
            <ac:spMk id="12" creationId="{C942FC8C-E2E5-42F7-B885-693F16A06442}"/>
          </ac:spMkLst>
        </pc:spChg>
        <pc:spChg chg="add mod">
          <ac:chgData name="Raul Vasquez" userId="dc349bc2bddc4310" providerId="LiveId" clId="{FED439D8-1688-440E-90A8-AA6C84F07E35}" dt="2026-04-10T19:19:18.871" v="2542" actId="1076"/>
          <ac:spMkLst>
            <pc:docMk/>
            <pc:sldMk cId="3562590277" sldId="276"/>
            <ac:spMk id="13" creationId="{74EEB68C-28AF-4CC6-9FEA-5D3FD8AD3474}"/>
          </ac:spMkLst>
        </pc:spChg>
        <pc:spChg chg="add mod">
          <ac:chgData name="Raul Vasquez" userId="dc349bc2bddc4310" providerId="LiveId" clId="{FED439D8-1688-440E-90A8-AA6C84F07E35}" dt="2026-04-10T19:19:29.773" v="2563" actId="20577"/>
          <ac:spMkLst>
            <pc:docMk/>
            <pc:sldMk cId="3562590277" sldId="276"/>
            <ac:spMk id="15" creationId="{E99D41C5-22C5-4A2D-A1B5-5E7540C9F7A7}"/>
          </ac:spMkLst>
        </pc:spChg>
      </pc:sldChg>
      <pc:sldChg chg="addSp delSp modSp add mod">
        <pc:chgData name="Raul Vasquez" userId="dc349bc2bddc4310" providerId="LiveId" clId="{FED439D8-1688-440E-90A8-AA6C84F07E35}" dt="2026-04-10T19:26:54.220" v="2718" actId="14100"/>
        <pc:sldMkLst>
          <pc:docMk/>
          <pc:sldMk cId="641057447" sldId="277"/>
        </pc:sldMkLst>
        <pc:spChg chg="add del mod">
          <ac:chgData name="Raul Vasquez" userId="dc349bc2bddc4310" providerId="LiveId" clId="{FED439D8-1688-440E-90A8-AA6C84F07E35}" dt="2026-04-10T19:19:58.558" v="2566" actId="478"/>
          <ac:spMkLst>
            <pc:docMk/>
            <pc:sldMk cId="641057447" sldId="277"/>
            <ac:spMk id="3" creationId="{35741B41-BB44-46F9-90E6-A4D150A4B989}"/>
          </ac:spMkLst>
        </pc:spChg>
        <pc:spChg chg="add mod">
          <ac:chgData name="Raul Vasquez" userId="dc349bc2bddc4310" providerId="LiveId" clId="{FED439D8-1688-440E-90A8-AA6C84F07E35}" dt="2026-04-10T19:24:12.782" v="2666" actId="1076"/>
          <ac:spMkLst>
            <pc:docMk/>
            <pc:sldMk cId="641057447" sldId="277"/>
            <ac:spMk id="10" creationId="{75D02E1C-5B05-485F-9914-9E848F807332}"/>
          </ac:spMkLst>
        </pc:spChg>
        <pc:spChg chg="add mod">
          <ac:chgData name="Raul Vasquez" userId="dc349bc2bddc4310" providerId="LiveId" clId="{FED439D8-1688-440E-90A8-AA6C84F07E35}" dt="2026-04-10T19:26:41.407" v="2716" actId="1036"/>
          <ac:spMkLst>
            <pc:docMk/>
            <pc:sldMk cId="641057447" sldId="277"/>
            <ac:spMk id="12" creationId="{2EAAD698-2B06-4787-96CA-AD25E6C9B1F7}"/>
          </ac:spMkLst>
        </pc:spChg>
        <pc:spChg chg="del">
          <ac:chgData name="Raul Vasquez" userId="dc349bc2bddc4310" providerId="LiveId" clId="{FED439D8-1688-440E-90A8-AA6C84F07E35}" dt="2026-04-10T19:20:04.106" v="2569" actId="478"/>
          <ac:spMkLst>
            <pc:docMk/>
            <pc:sldMk cId="641057447" sldId="277"/>
            <ac:spMk id="13" creationId="{74EEB68C-28AF-4CC6-9FEA-5D3FD8AD3474}"/>
          </ac:spMkLst>
        </pc:spChg>
        <pc:spChg chg="del">
          <ac:chgData name="Raul Vasquez" userId="dc349bc2bddc4310" providerId="LiveId" clId="{FED439D8-1688-440E-90A8-AA6C84F07E35}" dt="2026-04-10T19:19:55.886" v="2565" actId="478"/>
          <ac:spMkLst>
            <pc:docMk/>
            <pc:sldMk cId="641057447" sldId="277"/>
            <ac:spMk id="15" creationId="{E99D41C5-22C5-4A2D-A1B5-5E7540C9F7A7}"/>
          </ac:spMkLst>
        </pc:spChg>
        <pc:spChg chg="add mod">
          <ac:chgData name="Raul Vasquez" userId="dc349bc2bddc4310" providerId="LiveId" clId="{FED439D8-1688-440E-90A8-AA6C84F07E35}" dt="2026-04-10T19:26:37.358" v="2701" actId="1036"/>
          <ac:spMkLst>
            <pc:docMk/>
            <pc:sldMk cId="641057447" sldId="277"/>
            <ac:spMk id="17" creationId="{4A657721-598B-47DF-A6EC-F1DECCCD5DA8}"/>
          </ac:spMkLst>
        </pc:spChg>
        <pc:spChg chg="add del mod">
          <ac:chgData name="Raul Vasquez" userId="dc349bc2bddc4310" providerId="LiveId" clId="{FED439D8-1688-440E-90A8-AA6C84F07E35}" dt="2026-04-10T19:21:08.433" v="2587" actId="22"/>
          <ac:spMkLst>
            <pc:docMk/>
            <pc:sldMk cId="641057447" sldId="277"/>
            <ac:spMk id="18" creationId="{D751D443-CF46-4270-A554-681B03899335}"/>
          </ac:spMkLst>
        </pc:spChg>
        <pc:spChg chg="add mod">
          <ac:chgData name="Raul Vasquez" userId="dc349bc2bddc4310" providerId="LiveId" clId="{FED439D8-1688-440E-90A8-AA6C84F07E35}" dt="2026-04-10T19:26:54.220" v="2718" actId="14100"/>
          <ac:spMkLst>
            <pc:docMk/>
            <pc:sldMk cId="641057447" sldId="277"/>
            <ac:spMk id="19" creationId="{374FA75A-0512-483D-9AA5-D5D81721E965}"/>
          </ac:spMkLst>
        </pc:spChg>
        <pc:picChg chg="add del">
          <ac:chgData name="Raul Vasquez" userId="dc349bc2bddc4310" providerId="LiveId" clId="{FED439D8-1688-440E-90A8-AA6C84F07E35}" dt="2026-04-10T19:20:02.538" v="2568" actId="478"/>
          <ac:picMkLst>
            <pc:docMk/>
            <pc:sldMk cId="641057447" sldId="277"/>
            <ac:picMk id="5" creationId="{C542C31E-A9A6-4196-9C15-D9E26F2B2175}"/>
          </ac:picMkLst>
        </pc:picChg>
      </pc:sldChg>
      <pc:sldChg chg="addSp delSp add mod">
        <pc:chgData name="Raul Vasquez" userId="dc349bc2bddc4310" providerId="LiveId" clId="{FED439D8-1688-440E-90A8-AA6C84F07E35}" dt="2026-04-10T19:26:16.158" v="2682" actId="478"/>
        <pc:sldMkLst>
          <pc:docMk/>
          <pc:sldMk cId="814815530" sldId="278"/>
        </pc:sldMkLst>
        <pc:spChg chg="del">
          <ac:chgData name="Raul Vasquez" userId="dc349bc2bddc4310" providerId="LiveId" clId="{FED439D8-1688-440E-90A8-AA6C84F07E35}" dt="2026-04-10T19:26:08.597" v="2677" actId="478"/>
          <ac:spMkLst>
            <pc:docMk/>
            <pc:sldMk cId="814815530" sldId="278"/>
            <ac:spMk id="10" creationId="{75D02E1C-5B05-485F-9914-9E848F807332}"/>
          </ac:spMkLst>
        </pc:spChg>
        <pc:spChg chg="del">
          <ac:chgData name="Raul Vasquez" userId="dc349bc2bddc4310" providerId="LiveId" clId="{FED439D8-1688-440E-90A8-AA6C84F07E35}" dt="2026-04-10T19:26:09.919" v="2678" actId="478"/>
          <ac:spMkLst>
            <pc:docMk/>
            <pc:sldMk cId="814815530" sldId="278"/>
            <ac:spMk id="12" creationId="{2EAAD698-2B06-4787-96CA-AD25E6C9B1F7}"/>
          </ac:spMkLst>
        </pc:spChg>
        <pc:spChg chg="del">
          <ac:chgData name="Raul Vasquez" userId="dc349bc2bddc4310" providerId="LiveId" clId="{FED439D8-1688-440E-90A8-AA6C84F07E35}" dt="2026-04-10T19:26:14.698" v="2681" actId="478"/>
          <ac:spMkLst>
            <pc:docMk/>
            <pc:sldMk cId="814815530" sldId="278"/>
            <ac:spMk id="17" creationId="{4A657721-598B-47DF-A6EC-F1DECCCD5DA8}"/>
          </ac:spMkLst>
        </pc:spChg>
        <pc:spChg chg="del">
          <ac:chgData name="Raul Vasquez" userId="dc349bc2bddc4310" providerId="LiveId" clId="{FED439D8-1688-440E-90A8-AA6C84F07E35}" dt="2026-04-10T19:26:16.158" v="2682" actId="478"/>
          <ac:spMkLst>
            <pc:docMk/>
            <pc:sldMk cId="814815530" sldId="278"/>
            <ac:spMk id="19" creationId="{374FA75A-0512-483D-9AA5-D5D81721E965}"/>
          </ac:spMkLst>
        </pc:spChg>
        <pc:picChg chg="add del">
          <ac:chgData name="Raul Vasquez" userId="dc349bc2bddc4310" providerId="LiveId" clId="{FED439D8-1688-440E-90A8-AA6C84F07E35}" dt="2026-04-10T19:26:12.542" v="2680" actId="478"/>
          <ac:picMkLst>
            <pc:docMk/>
            <pc:sldMk cId="814815530" sldId="278"/>
            <ac:picMk id="5" creationId="{C542C31E-A9A6-4196-9C15-D9E26F2B217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8627C86-0A06-4AFA-8619-4771DB488B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5E16A4-9F40-442F-BB9F-5DB89B117B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978BB-17AB-49B9-831D-E0A226C1140D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79291C-8864-4C7E-9BE1-CEDDECE510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830B5-FE2A-42D4-930A-4CC171CE8A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516F7-CC4C-4572-9A13-9CBD1F476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6330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C793-600A-4516-927F-947C954D8023}" type="datetimeFigureOut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estilos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D66D-B8C4-4C71-AFDB-4F8602FE9580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6206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7034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86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6275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456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9294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7908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5494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8240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6550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4857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2886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375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3432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608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upo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20" name="Marcador de posición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7610C9F1-60D2-4D1C-B89C-9F9966ED900D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21" name="Marcador de posición de pie de página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22" name="Marcador de posición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 sz="1800"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ED689D8-1390-447D-BE19-F6D5EEF5492B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upo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Conector recto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563624" y="4682062"/>
            <a:ext cx="9070848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9364C9D6-9F1A-453E-A424-93F2690E71F9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37032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84544BF3-413D-4595-9F8C-D91E7937F37D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1069848" y="2755898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373368" y="2756581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57D6BF9E-7CF2-4B2B-9DB2-5A2AB03E41C9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9D8B4B4F-F042-47DC-829C-166835A561CC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53C2E1D-7BAD-4EB1-AF16-7910ABF5B599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ángulo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ángulo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790575" y="704850"/>
            <a:ext cx="7562850" cy="51435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0780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DA921DE-2EA3-4C3D-8AF3-9E6B3697C994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 rtlCol="0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Rectángulo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ángulo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rtlCol="0"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2304" cy="3502152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AA60543-E69F-4E28-B8F5-FF924A50D477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E404415-8C3B-4357-9F1F-F89AF8F0CE05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986A27CE-E4FF-4E4C-90C6-74D29C6C5B05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CEABC672-13F0-4EAD-8EF0-47AAAAD40C0C}" type="datetime1">
              <a:rPr lang="es-ES" noProof="0" smtClean="0"/>
              <a:t>09/04/2026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93BFCDB3-13C4-4D69-848D-3F1F4D6B8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C2B9599-6E7A-4DD2-B13A-B4F68A135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377648-1ED1-4112-805B-16C14CE9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909241" cy="557107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/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63B59CB-289C-4850-A932-358B9E412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877" y="806752"/>
            <a:ext cx="6570161" cy="5244497"/>
          </a:xfrm>
          <a:prstGeom prst="rect">
            <a:avLst/>
          </a:prstGeom>
          <a:solidFill>
            <a:schemeClr val="tx1"/>
          </a:solidFill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8867647-07B7-4265-832F-DE0E80979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837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516AC468-2C3D-4337-A9A2-81175F6D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2A873262-74DB-4FD1-9625-E4616CF01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377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9F3D15D-CB95-47AD-87F5-9CFF84F61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D90EC3D-482A-4E73-B198-E8341A0D0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0024" y="1442916"/>
            <a:ext cx="3238829" cy="3252231"/>
          </a:xfrm>
        </p:spPr>
        <p:txBody>
          <a:bodyPr rtlCol="0">
            <a:normAutofit/>
          </a:bodyPr>
          <a:lstStyle/>
          <a:p>
            <a:r>
              <a:rPr lang="es-ES" sz="4800" dirty="0">
                <a:solidFill>
                  <a:srgbClr val="FFFFFF"/>
                </a:solidFill>
              </a:rPr>
              <a:t>Business case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2048EE7C-B77F-4E59-88A7-DD66337B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0024" y="4708186"/>
            <a:ext cx="3238829" cy="1496816"/>
          </a:xfrm>
        </p:spPr>
        <p:txBody>
          <a:bodyPr rtlCol="0">
            <a:normAutofit/>
          </a:bodyPr>
          <a:lstStyle/>
          <a:p>
            <a:pPr rtl="0"/>
            <a:r>
              <a:rPr lang="es-ES" sz="1400" dirty="0">
                <a:solidFill>
                  <a:srgbClr val="FFFFFF"/>
                </a:solidFill>
              </a:rPr>
              <a:t>RAUL VASQUEZ</a:t>
            </a:r>
          </a:p>
          <a:p>
            <a:pPr rtl="0"/>
            <a:r>
              <a:rPr lang="es-ES" sz="1400" dirty="0">
                <a:solidFill>
                  <a:srgbClr val="FFFFFF"/>
                </a:solidFill>
              </a:rPr>
              <a:t>RENZO QUIROZ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DFF448-CC45-4CBA-8B0F-CEF7D7657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904" y="1981202"/>
            <a:ext cx="3379120" cy="337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6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rtlCol="0">
            <a:normAutofit/>
          </a:bodyPr>
          <a:lstStyle/>
          <a:p>
            <a:pPr algn="ctr" rtl="0">
              <a:tabLst>
                <a:tab pos="4119563" algn="l"/>
              </a:tabLst>
            </a:pPr>
            <a:r>
              <a:rPr lang="es-ES" dirty="0"/>
              <a:t>AGENDA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4EA07B9-9076-44B9-B34B-811429CD9A26}"/>
              </a:ext>
            </a:extLst>
          </p:cNvPr>
          <p:cNvSpPr txBox="1"/>
          <p:nvPr/>
        </p:nvSpPr>
        <p:spPr>
          <a:xfrm>
            <a:off x="1183341" y="2218765"/>
            <a:ext cx="99418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PE" dirty="0"/>
              <a:t>Resumen ejecutivo</a:t>
            </a:r>
          </a:p>
          <a:p>
            <a:pPr marL="342900" indent="-342900">
              <a:buAutoNum type="arabicPeriod"/>
            </a:pPr>
            <a:r>
              <a:rPr lang="es-PE" dirty="0"/>
              <a:t>Contexto y Oportunidad</a:t>
            </a:r>
          </a:p>
          <a:p>
            <a:pPr marL="342900" indent="-342900">
              <a:buAutoNum type="arabicPeriod"/>
            </a:pPr>
            <a:r>
              <a:rPr lang="es-PE" dirty="0"/>
              <a:t>Propuesta de Valor (</a:t>
            </a:r>
            <a:r>
              <a:rPr lang="es-PE" dirty="0" err="1"/>
              <a:t>Value</a:t>
            </a:r>
            <a:r>
              <a:rPr lang="es-PE" dirty="0"/>
              <a:t> </a:t>
            </a:r>
            <a:r>
              <a:rPr lang="es-PE" dirty="0" err="1"/>
              <a:t>proposition</a:t>
            </a:r>
            <a:r>
              <a:rPr lang="es-PE" dirty="0"/>
              <a:t>)</a:t>
            </a:r>
          </a:p>
          <a:p>
            <a:pPr marL="342900" indent="-342900">
              <a:buAutoNum type="arabicPeriod"/>
            </a:pPr>
            <a:r>
              <a:rPr lang="es-PE" dirty="0"/>
              <a:t>Producto y portafolio</a:t>
            </a:r>
          </a:p>
          <a:p>
            <a:pPr marL="342900" indent="-342900">
              <a:buAutoNum type="arabicPeriod"/>
            </a:pPr>
            <a:r>
              <a:rPr lang="es-PE" dirty="0"/>
              <a:t>Modelo de Negocio</a:t>
            </a:r>
          </a:p>
          <a:p>
            <a:pPr marL="342900" indent="-342900">
              <a:buAutoNum type="arabicPeriod"/>
            </a:pPr>
            <a:r>
              <a:rPr lang="es-PE" dirty="0"/>
              <a:t>Estrategia Comercial y </a:t>
            </a:r>
            <a:r>
              <a:rPr lang="es-PE" dirty="0" err="1"/>
              <a:t>Go-To-Market</a:t>
            </a:r>
            <a:endParaRPr lang="es-PE" dirty="0"/>
          </a:p>
          <a:p>
            <a:pPr marL="342900" indent="-342900">
              <a:buAutoNum type="arabicPeriod"/>
            </a:pPr>
            <a:r>
              <a:rPr lang="es-PE" dirty="0"/>
              <a:t>Operaciones y producción</a:t>
            </a:r>
          </a:p>
          <a:p>
            <a:pPr marL="342900" indent="-342900">
              <a:buAutoNum type="arabicPeriod"/>
            </a:pPr>
            <a:r>
              <a:rPr lang="es-PE" dirty="0"/>
              <a:t>Análisis Financiero</a:t>
            </a:r>
          </a:p>
          <a:p>
            <a:pPr marL="342900" indent="-342900">
              <a:buAutoNum type="arabicPeriod"/>
            </a:pPr>
            <a:r>
              <a:rPr lang="es-PE" dirty="0"/>
              <a:t>Necesidad de Inversión</a:t>
            </a:r>
          </a:p>
          <a:p>
            <a:pPr marL="342900" indent="-342900">
              <a:buAutoNum type="arabicPeriod"/>
            </a:pPr>
            <a:r>
              <a:rPr lang="es-PE" dirty="0"/>
              <a:t>Riesgos y Mitigaciones</a:t>
            </a:r>
          </a:p>
          <a:p>
            <a:pPr marL="342900" indent="-342900">
              <a:buAutoNum type="arabicPeriod"/>
            </a:pPr>
            <a:r>
              <a:rPr lang="es-PE" dirty="0" err="1"/>
              <a:t>Roadmap</a:t>
            </a:r>
            <a:r>
              <a:rPr lang="es-PE" dirty="0"/>
              <a:t> / Plan de implementación</a:t>
            </a:r>
          </a:p>
          <a:p>
            <a:pPr marL="342900" indent="-342900">
              <a:buAutoNum type="arabicPeriod"/>
            </a:pPr>
            <a:r>
              <a:rPr lang="es-PE" dirty="0"/>
              <a:t>Conclusión</a:t>
            </a:r>
          </a:p>
        </p:txBody>
      </p:sp>
    </p:spTree>
    <p:extLst>
      <p:ext uri="{BB962C8B-B14F-4D97-AF65-F5344CB8AC3E}">
        <p14:creationId xmlns:p14="http://schemas.microsoft.com/office/powerpoint/2010/main" val="2276795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F23F30-4B85-40B7-8E33-DEB39F7E2800}"/>
              </a:ext>
            </a:extLst>
          </p:cNvPr>
          <p:cNvSpPr txBox="1"/>
          <p:nvPr/>
        </p:nvSpPr>
        <p:spPr>
          <a:xfrm>
            <a:off x="5513295" y="1749556"/>
            <a:ext cx="6161622" cy="4981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Principales tendencias relevantes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Alimentación saludable y consciente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Creciente preocupación por ingredientes, niveles de azúcar y procesamiento de alimentos.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Consumidores buscan activamente productos con </a:t>
            </a:r>
            <a:r>
              <a:rPr lang="es-PE" b="1" u="sng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menor contenido de azúcar </a:t>
            </a:r>
            <a:r>
              <a:rPr lang="es-P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 sacrificar sabor.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s-PE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Snacking</a:t>
            </a:r>
            <a:r>
              <a:rPr lang="es-PE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funcional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Auge de snacks que no solo alimentan, sino que aportan beneficios adicionales (energía, saciedad, 	bienestar digestivo). 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Conveniencia y portabilidad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Preferencia por productos listos para consumir en cualquier momento del día.</a:t>
            </a:r>
          </a:p>
          <a:p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F9C76D7-12B3-4C51-BDED-5C4B7608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02112"/>
          </a:xfrm>
        </p:spPr>
        <p:txBody>
          <a:bodyPr rtlCol="0">
            <a:normAutofit/>
          </a:bodyPr>
          <a:lstStyle/>
          <a:p>
            <a:pPr algn="ctr" rtl="0">
              <a:tabLst>
                <a:tab pos="4119563" algn="l"/>
              </a:tabLst>
            </a:pPr>
            <a:r>
              <a:rPr lang="es-ES" sz="3600" dirty="0"/>
              <a:t>Contexto y oportunidad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2FA1B4-D2DF-457C-87C1-C239ADCCDE6D}"/>
              </a:ext>
            </a:extLst>
          </p:cNvPr>
          <p:cNvSpPr txBox="1"/>
          <p:nvPr/>
        </p:nvSpPr>
        <p:spPr>
          <a:xfrm>
            <a:off x="820271" y="2130308"/>
            <a:ext cx="3361764" cy="24395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los últimos años, el mercado de alimentos ha experimentado una transformación impulsada por cambios en los hábitos de consumo hacia opciones más saludables, funcionales y convenientes.</a:t>
            </a:r>
          </a:p>
        </p:txBody>
      </p:sp>
    </p:spTree>
    <p:extLst>
      <p:ext uri="{BB962C8B-B14F-4D97-AF65-F5344CB8AC3E}">
        <p14:creationId xmlns:p14="http://schemas.microsoft.com/office/powerpoint/2010/main" val="1804186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F23F30-4B85-40B7-8E33-DEB39F7E2800}"/>
              </a:ext>
            </a:extLst>
          </p:cNvPr>
          <p:cNvSpPr txBox="1"/>
          <p:nvPr/>
        </p:nvSpPr>
        <p:spPr>
          <a:xfrm>
            <a:off x="811305" y="715030"/>
            <a:ext cx="7622869" cy="6086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Problema del consumidor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pesar del crecimiento de la categoría saludable, existe una brecha clara entre oferta y expectativa del consumidor: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PE" sz="1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Muchos productos “saludables”: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Tienen alto contenido de azúcar oculto (miel, jarabes, etc.)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Carecen de sabor o textura atractiva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generan satisfacción real (antojo vs nutrición)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productos “ricos”: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Son altos en azúcar, grasas o ultra procesados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Generan culpa o consumo limitado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 El consumidor vive en una tensión constante entre </a:t>
            </a:r>
            <a:r>
              <a:rPr lang="es-PE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“quiero cuidarme” </a:t>
            </a: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 </a:t>
            </a:r>
            <a:r>
              <a:rPr lang="es-PE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“quiero disfrutar”</a:t>
            </a:r>
            <a:r>
              <a:rPr lang="es-P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 </a:t>
            </a:r>
          </a:p>
          <a:p>
            <a:endParaRPr lang="es-PE"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9BE61D-6B65-4094-A926-6D6EAFD0DFE1}"/>
              </a:ext>
            </a:extLst>
          </p:cNvPr>
          <p:cNvSpPr txBox="1"/>
          <p:nvPr/>
        </p:nvSpPr>
        <p:spPr>
          <a:xfrm>
            <a:off x="8434175" y="2583753"/>
            <a:ext cx="3134778" cy="13672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</a:t>
            </a:r>
            <a:r>
              <a:rPr lang="es-PE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clave: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“No quiero elegir entre saludable y rico. Quiero ambos.”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81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5AD6A3-0227-4B6D-ADEA-77A551432137}"/>
              </a:ext>
            </a:extLst>
          </p:cNvPr>
          <p:cNvSpPr txBox="1"/>
          <p:nvPr/>
        </p:nvSpPr>
        <p:spPr>
          <a:xfrm>
            <a:off x="911037" y="587206"/>
            <a:ext cx="1042483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s-PE" dirty="0" err="1"/>
              <a:t>Daynite</a:t>
            </a:r>
            <a:r>
              <a:rPr lang="es-PE" dirty="0"/>
              <a:t> utiliza la categoría de snacks como puerta de entrada a una propuesta más amplia de alimentación saludable</a:t>
            </a:r>
            <a:r>
              <a:rPr lang="es-ES" dirty="0"/>
              <a:t>/ bienestar (</a:t>
            </a:r>
            <a:r>
              <a:rPr lang="es-ES" dirty="0" err="1"/>
              <a:t>health</a:t>
            </a:r>
            <a:r>
              <a:rPr lang="es-ES" dirty="0"/>
              <a:t> &amp; </a:t>
            </a:r>
            <a:r>
              <a:rPr lang="es-ES" dirty="0" err="1"/>
              <a:t>wellness</a:t>
            </a:r>
            <a:r>
              <a:rPr lang="es-ES" dirty="0"/>
              <a:t> </a:t>
            </a:r>
            <a:r>
              <a:rPr lang="es-ES" dirty="0" err="1"/>
              <a:t>food</a:t>
            </a:r>
            <a:r>
              <a:rPr lang="es-ES" dirty="0"/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El mercado global de alimentos saludables representa más del 30% del gasto en alimentos en mercados urbanos.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En Latinoamérica, es uno de los segmentos de mayor crecimiento dentro de consumo masivo.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En Perú: Crecimiento sostenido impulsado por: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Mayor conciencia nutricional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Regulación (octógonos)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Estilo de vida urbano</a:t>
            </a:r>
          </a:p>
          <a:p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Crecimiento del segmento saludable </a:t>
            </a:r>
          </a:p>
          <a:p>
            <a:r>
              <a:rPr lang="es-ES" dirty="0"/>
              <a:t>	Snacks saludables: ~5–6% CAGR</a:t>
            </a:r>
          </a:p>
          <a:p>
            <a:endParaRPr lang="es-ES" dirty="0"/>
          </a:p>
          <a:p>
            <a:r>
              <a:rPr lang="es-ES" dirty="0"/>
              <a:t>	Pero categorías relacionadas crecen más rápido: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Productos naturales / funcionales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Plant-based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Bajo en azúcar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8A88A83-5684-4CF0-B3CF-57C4EDB4224E}"/>
              </a:ext>
            </a:extLst>
          </p:cNvPr>
          <p:cNvSpPr txBox="1"/>
          <p:nvPr/>
        </p:nvSpPr>
        <p:spPr>
          <a:xfrm>
            <a:off x="8089053" y="3429000"/>
            <a:ext cx="3246817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Hay expansión del ecosistema, no solo de una categoría. El techo no es “granola” → es todo el portafolio saludable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59772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F85C7EE-EA46-40B9-98E0-10BE9EFD720A}"/>
              </a:ext>
            </a:extLst>
          </p:cNvPr>
          <p:cNvSpPr txBox="1"/>
          <p:nvPr/>
        </p:nvSpPr>
        <p:spPr>
          <a:xfrm>
            <a:off x="712694" y="605117"/>
            <a:ext cx="1071730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/>
              <a:t>Cambio profundo del consumidor</a:t>
            </a:r>
          </a:p>
          <a:p>
            <a:endParaRPr lang="es-PE" dirty="0"/>
          </a:p>
          <a:p>
            <a:r>
              <a:rPr lang="es-PE" b="1" dirty="0"/>
              <a:t>Hoy el consumidor: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Lee etiquetas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Evita azúcar en exceso, grasas saturadas y aditivos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Desconfía de lo “light” o “</a:t>
            </a:r>
            <a:r>
              <a:rPr lang="es-PE" dirty="0" err="1"/>
              <a:t>fit</a:t>
            </a:r>
            <a:r>
              <a:rPr lang="es-PE" dirty="0"/>
              <a:t>”</a:t>
            </a:r>
          </a:p>
          <a:p>
            <a:endParaRPr lang="es-PE" dirty="0"/>
          </a:p>
          <a:p>
            <a:r>
              <a:rPr lang="es-PE" dirty="0"/>
              <a:t>Busca: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Ingredientes reales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Beneficios funcionales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Grata experiencia de sabor (sin sacrificio)</a:t>
            </a:r>
          </a:p>
          <a:p>
            <a:endParaRPr lang="es-PE" dirty="0"/>
          </a:p>
          <a:p>
            <a:r>
              <a:rPr lang="es-PE" dirty="0" err="1"/>
              <a:t>Insight</a:t>
            </a:r>
            <a:r>
              <a:rPr lang="es-PE" dirty="0"/>
              <a:t> más </a:t>
            </a:r>
            <a:r>
              <a:rPr lang="es-PE" dirty="0" err="1"/>
              <a:t>fino:</a:t>
            </a:r>
            <a:r>
              <a:rPr lang="es-PE" b="1" dirty="0" err="1"/>
              <a:t>“El</a:t>
            </a:r>
            <a:r>
              <a:rPr lang="es-PE" b="1" dirty="0"/>
              <a:t> consumidor saludable ya no busca solo nutrición, busca productos coherentes con su estilo de vida.”</a:t>
            </a:r>
          </a:p>
          <a:p>
            <a:endParaRPr lang="es-PE" b="1" dirty="0"/>
          </a:p>
          <a:p>
            <a:r>
              <a:rPr lang="es-ES" b="1" dirty="0"/>
              <a:t>Existe un espacio para una marca que: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Sea nutricionalmente coherente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Pero también sensorialmente superior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Y emocionalmente atractiva</a:t>
            </a:r>
          </a:p>
          <a:p>
            <a:endParaRPr lang="es-ES" b="1" dirty="0"/>
          </a:p>
          <a:p>
            <a:r>
              <a:rPr lang="es-ES" dirty="0"/>
              <a:t>Es decir: </a:t>
            </a:r>
            <a:r>
              <a:rPr lang="es-ES" b="1" dirty="0"/>
              <a:t>Salud real + Disfrute real + Marca aspiracional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11976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2412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F85C7EE-EA46-40B9-98E0-10BE9EFD720A}"/>
              </a:ext>
            </a:extLst>
          </p:cNvPr>
          <p:cNvSpPr txBox="1"/>
          <p:nvPr/>
        </p:nvSpPr>
        <p:spPr>
          <a:xfrm>
            <a:off x="712694" y="605117"/>
            <a:ext cx="107173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Daynite</a:t>
            </a:r>
            <a:r>
              <a:rPr lang="es-ES" dirty="0"/>
              <a:t> puede posicionarse como un socio, un aliado o una </a:t>
            </a:r>
            <a:r>
              <a:rPr lang="es-ES" b="1" u="sng" dirty="0"/>
              <a:t>marca de alimentación saludable moderna</a:t>
            </a:r>
            <a:r>
              <a:rPr lang="es-ES" dirty="0"/>
              <a:t>, para gente joven o para gente adulta que desea cambiar su estilo de vida, no como un producto. </a:t>
            </a:r>
          </a:p>
          <a:p>
            <a:endParaRPr lang="es-ES" dirty="0"/>
          </a:p>
          <a:p>
            <a:r>
              <a:rPr lang="es-ES" dirty="0"/>
              <a:t>Con capacidad para empezar con snacks (granola, </a:t>
            </a:r>
            <a:r>
              <a:rPr lang="es-ES" dirty="0" err="1"/>
              <a:t>mix</a:t>
            </a:r>
            <a:r>
              <a:rPr lang="es-ES" dirty="0"/>
              <a:t> frutos secos, etc.) y expandirse 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Grasas y mantecas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Proteínas funcionales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Otros formatos saludables</a:t>
            </a:r>
          </a:p>
          <a:p>
            <a:endParaRPr lang="es-ES" dirty="0"/>
          </a:p>
          <a:p>
            <a:r>
              <a:rPr lang="es-ES" dirty="0"/>
              <a:t>Pero </a:t>
            </a:r>
            <a:r>
              <a:rPr lang="es-ES" dirty="0" err="1"/>
              <a:t>Daynite</a:t>
            </a:r>
            <a:r>
              <a:rPr lang="es-ES" dirty="0"/>
              <a:t> no es una marca de snacks, </a:t>
            </a:r>
            <a:r>
              <a:rPr lang="es-ES" b="1" dirty="0"/>
              <a:t>es una plataforma de productos saludables con potencial de expansión.</a:t>
            </a:r>
          </a:p>
          <a:p>
            <a:endParaRPr lang="es-ES" b="1" dirty="0"/>
          </a:p>
          <a:p>
            <a:r>
              <a:rPr lang="es-ES" dirty="0"/>
              <a:t>El mercado de alimentación saludable en Perú </a:t>
            </a:r>
            <a:r>
              <a:rPr lang="es-ES" b="1" dirty="0"/>
              <a:t>está creciendo, pero aún carece de propuestas que integren salud, experiencia y marca. Esta brecha representa una oportunidad </a:t>
            </a:r>
            <a:r>
              <a:rPr lang="es-ES" dirty="0"/>
              <a:t>clara para el desarrollo de una marca escalable como </a:t>
            </a:r>
            <a:r>
              <a:rPr lang="es-ES" dirty="0" err="1"/>
              <a:t>Daynite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 err="1"/>
              <a:t>Daynite</a:t>
            </a:r>
            <a:r>
              <a:rPr lang="es-ES" dirty="0"/>
              <a:t> implementará una estrategia de </a:t>
            </a:r>
            <a:r>
              <a:rPr lang="es-ES" b="1" dirty="0"/>
              <a:t>crecimiento por fases</a:t>
            </a:r>
            <a:r>
              <a:rPr lang="es-ES" dirty="0"/>
              <a:t>, iniciando con la validación del mercado a través de </a:t>
            </a:r>
            <a:r>
              <a:rPr lang="es-ES" b="1" dirty="0"/>
              <a:t>granolas y mixes</a:t>
            </a:r>
            <a:r>
              <a:rPr lang="es-ES" dirty="0"/>
              <a:t>, para </a:t>
            </a:r>
            <a:r>
              <a:rPr lang="es-ES" b="1" dirty="0"/>
              <a:t>luego expandirse progresivamente </a:t>
            </a:r>
            <a:r>
              <a:rPr lang="es-ES" dirty="0"/>
              <a:t>a nuevas categorías en función de la tracción, </a:t>
            </a:r>
            <a:r>
              <a:rPr lang="es-ES" b="1" dirty="0"/>
              <a:t>capacidad operativa </a:t>
            </a:r>
            <a:r>
              <a:rPr lang="es-ES" dirty="0"/>
              <a:t>y demanda del consumidor.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8837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F0C4066-A101-48B2-9053-8B30B66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3727"/>
            <a:ext cx="10058400" cy="702112"/>
          </a:xfrm>
        </p:spPr>
        <p:txBody>
          <a:bodyPr rtlCol="0">
            <a:normAutofit/>
          </a:bodyPr>
          <a:lstStyle/>
          <a:p>
            <a:pPr algn="ctr" rtl="0">
              <a:tabLst>
                <a:tab pos="4119563" algn="l"/>
              </a:tabLst>
            </a:pPr>
            <a:r>
              <a:rPr lang="es-ES" sz="3600" dirty="0"/>
              <a:t>Propuesta de Valor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E2EA095-318E-422D-B247-EAE7AFB74F2F}"/>
              </a:ext>
            </a:extLst>
          </p:cNvPr>
          <p:cNvSpPr txBox="1"/>
          <p:nvPr/>
        </p:nvSpPr>
        <p:spPr>
          <a:xfrm>
            <a:off x="737347" y="1344706"/>
            <a:ext cx="1071730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 err="1"/>
              <a:t>Daynite</a:t>
            </a:r>
            <a:r>
              <a:rPr lang="es-PE" dirty="0"/>
              <a:t> es una marca de </a:t>
            </a:r>
            <a:r>
              <a:rPr lang="es-PE" b="1" dirty="0"/>
              <a:t>alimentación saludable</a:t>
            </a:r>
            <a:r>
              <a:rPr lang="es-PE" dirty="0"/>
              <a:t> que desarrolla productos </a:t>
            </a:r>
            <a:r>
              <a:rPr lang="es-PE" b="1" dirty="0"/>
              <a:t>nutricionalmente equilibrados</a:t>
            </a:r>
            <a:r>
              <a:rPr lang="es-PE" dirty="0"/>
              <a:t>, elaborados con </a:t>
            </a:r>
            <a:r>
              <a:rPr lang="es-PE" b="1" dirty="0"/>
              <a:t>ingredientes naturales </a:t>
            </a:r>
            <a:r>
              <a:rPr lang="es-PE" dirty="0"/>
              <a:t>y de </a:t>
            </a:r>
            <a:r>
              <a:rPr lang="es-PE" b="1" dirty="0"/>
              <a:t>origen responsable</a:t>
            </a:r>
            <a:r>
              <a:rPr lang="es-PE" dirty="0"/>
              <a:t>, diseñados para ofrecer una experiencia de </a:t>
            </a:r>
            <a:r>
              <a:rPr lang="es-PE" b="1" dirty="0"/>
              <a:t>sabor superior</a:t>
            </a:r>
            <a:r>
              <a:rPr lang="es-PE" dirty="0"/>
              <a:t> e </a:t>
            </a:r>
            <a:r>
              <a:rPr lang="es-PE" b="1" dirty="0"/>
              <a:t>impactar positivamente en la salud y bienestar </a:t>
            </a:r>
            <a:r>
              <a:rPr lang="es-PE" dirty="0"/>
              <a:t>del consumidor.</a:t>
            </a:r>
          </a:p>
          <a:p>
            <a:endParaRPr lang="es-PE" dirty="0"/>
          </a:p>
          <a:p>
            <a:r>
              <a:rPr lang="es-ES" b="1" dirty="0"/>
              <a:t>Pilares diferenciales</a:t>
            </a:r>
          </a:p>
          <a:p>
            <a:endParaRPr lang="es-ES" b="1" dirty="0"/>
          </a:p>
          <a:p>
            <a:pPr marL="342900" indent="-342900">
              <a:buAutoNum type="arabicPeriod"/>
            </a:pPr>
            <a:r>
              <a:rPr lang="es-ES" b="1" dirty="0"/>
              <a:t>Nutrición consciente e integral</a:t>
            </a:r>
            <a:r>
              <a:rPr lang="es-ES" dirty="0"/>
              <a:t>: bajo en azúcar, grasas saturadas y sodio. Sin aditivos ni preservantes innecesarios.</a:t>
            </a:r>
          </a:p>
          <a:p>
            <a:pPr marL="342900" indent="-342900">
              <a:buAutoNum type="arabicPeriod"/>
            </a:pPr>
            <a:r>
              <a:rPr lang="es-ES" b="1" dirty="0"/>
              <a:t>Ingredientes naturales y de origen responsable</a:t>
            </a:r>
            <a:r>
              <a:rPr lang="es-ES" dirty="0"/>
              <a:t>: insumos reales y trazables. Priorización de proveedores locales.</a:t>
            </a:r>
          </a:p>
          <a:p>
            <a:pPr marL="342900" indent="-342900">
              <a:buAutoNum type="arabicPeriod"/>
            </a:pPr>
            <a:r>
              <a:rPr lang="es-ES" b="1" dirty="0"/>
              <a:t>Experiencia sensorial superior</a:t>
            </a:r>
            <a:r>
              <a:rPr lang="es-ES" dirty="0"/>
              <a:t>: sabor logrado, textura diferenciada (</a:t>
            </a:r>
            <a:r>
              <a:rPr lang="es-ES" dirty="0" err="1"/>
              <a:t>crocancia</a:t>
            </a:r>
            <a:r>
              <a:rPr lang="es-ES" dirty="0"/>
              <a:t>), abundantes frutos secos y deshidratados (dulce y salado).</a:t>
            </a:r>
          </a:p>
          <a:p>
            <a:pPr marL="342900" indent="-342900">
              <a:buAutoNum type="arabicPeriod"/>
            </a:pPr>
            <a:r>
              <a:rPr lang="es-ES" b="1" dirty="0"/>
              <a:t>Consumo cotidiano:</a:t>
            </a:r>
            <a:r>
              <a:rPr lang="es-ES" dirty="0"/>
              <a:t> fácil de integrar en la rutina. </a:t>
            </a:r>
          </a:p>
          <a:p>
            <a:pPr marL="342900" indent="-342900">
              <a:buAutoNum type="arabicPeriod"/>
            </a:pPr>
            <a:r>
              <a:rPr lang="es-ES" b="1" dirty="0"/>
              <a:t>Impacto positivo:</a:t>
            </a:r>
            <a:r>
              <a:rPr lang="es-ES" dirty="0"/>
              <a:t> apoyo a comunidades locales. Priorización de proveedores del interior del país según origen del insumo (ejemplo: Pecanas de Ica, Castañas y Nueces del Brasil de Madre de Dios, Cacao del Cuzco, etc.)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94818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F0C4066-A101-48B2-9053-8B30B66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3727"/>
            <a:ext cx="10058400" cy="702112"/>
          </a:xfrm>
        </p:spPr>
        <p:txBody>
          <a:bodyPr rtlCol="0">
            <a:normAutofit/>
          </a:bodyPr>
          <a:lstStyle/>
          <a:p>
            <a:pPr algn="ctr" rtl="0">
              <a:tabLst>
                <a:tab pos="4119563" algn="l"/>
              </a:tabLst>
            </a:pPr>
            <a:r>
              <a:rPr lang="es-ES" sz="3600" dirty="0" err="1"/>
              <a:t>Roadmap</a:t>
            </a:r>
            <a:r>
              <a:rPr lang="es-ES" sz="3600" dirty="0"/>
              <a:t> tu Portafolio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E2EA095-318E-422D-B247-EAE7AFB74F2F}"/>
              </a:ext>
            </a:extLst>
          </p:cNvPr>
          <p:cNvSpPr txBox="1"/>
          <p:nvPr/>
        </p:nvSpPr>
        <p:spPr>
          <a:xfrm>
            <a:off x="737347" y="1344706"/>
            <a:ext cx="535865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Fase 1: Validación (0–12 meses)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Granolas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Mix</a:t>
            </a:r>
            <a:r>
              <a:rPr lang="es-ES" dirty="0"/>
              <a:t> de frutos secos</a:t>
            </a:r>
          </a:p>
          <a:p>
            <a:r>
              <a:rPr lang="es-ES" dirty="0"/>
              <a:t>Objetivo:</a:t>
            </a:r>
          </a:p>
          <a:p>
            <a:r>
              <a:rPr lang="es-ES" dirty="0" err="1"/>
              <a:t>Validar:Propuesta</a:t>
            </a:r>
            <a:r>
              <a:rPr lang="es-ES" dirty="0"/>
              <a:t> de valor</a:t>
            </a:r>
          </a:p>
          <a:p>
            <a:r>
              <a:rPr lang="es-ES" dirty="0"/>
              <a:t>Aceptación de producto</a:t>
            </a:r>
          </a:p>
          <a:p>
            <a:r>
              <a:rPr lang="es-ES" dirty="0" err="1"/>
              <a:t>Pricing</a:t>
            </a:r>
            <a:endParaRPr lang="es-ES" dirty="0"/>
          </a:p>
          <a:p>
            <a:r>
              <a:rPr lang="es-ES" dirty="0"/>
              <a:t>Canales</a:t>
            </a:r>
          </a:p>
          <a:p>
            <a:r>
              <a:rPr lang="es-ES" dirty="0"/>
              <a:t> </a:t>
            </a:r>
          </a:p>
          <a:p>
            <a:r>
              <a:rPr lang="es-ES" b="1" dirty="0"/>
              <a:t>Fase 2: Expansión controlada (12–24 meses)</a:t>
            </a:r>
          </a:p>
          <a:p>
            <a:r>
              <a:rPr lang="es-ES" dirty="0"/>
              <a:t>Introducción de nuevas líneas (una a la vez):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Spreads (mantequilla de maní,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Shots</a:t>
            </a:r>
            <a:r>
              <a:rPr lang="es-ES" dirty="0"/>
              <a:t> naturales funcionales (coco hidratante, miel energizante, etc.)</a:t>
            </a:r>
          </a:p>
          <a:p>
            <a:r>
              <a:rPr lang="es-ES" dirty="0"/>
              <a:t>Criterio de entrada:</a:t>
            </a:r>
          </a:p>
          <a:p>
            <a:r>
              <a:rPr lang="es-ES" dirty="0"/>
              <a:t>Tracción comprobada en fase 1</a:t>
            </a:r>
          </a:p>
          <a:p>
            <a:r>
              <a:rPr lang="es-ES" dirty="0"/>
              <a:t>Capacidad operativa</a:t>
            </a:r>
          </a:p>
          <a:p>
            <a:r>
              <a:rPr lang="es-ES" dirty="0"/>
              <a:t>Demanda identificada</a:t>
            </a:r>
          </a:p>
          <a:p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738237-BE2C-4B7A-B6F1-B57B8EE84D57}"/>
              </a:ext>
            </a:extLst>
          </p:cNvPr>
          <p:cNvSpPr txBox="1"/>
          <p:nvPr/>
        </p:nvSpPr>
        <p:spPr>
          <a:xfrm>
            <a:off x="6598651" y="977196"/>
            <a:ext cx="50061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  <a:p>
            <a:r>
              <a:rPr lang="es-ES" b="1" dirty="0"/>
              <a:t>Fase 3: Diversificación (24+ meses)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Harinas funcionales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Proteínas funcionales (</a:t>
            </a:r>
            <a:r>
              <a:rPr lang="es-ES" dirty="0" err="1"/>
              <a:t>ej</a:t>
            </a:r>
            <a:r>
              <a:rPr lang="es-ES" dirty="0"/>
              <a:t>: bonito ahumado al vacío)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Manteca de 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Guee</a:t>
            </a:r>
            <a:endParaRPr lang="es-ES" dirty="0"/>
          </a:p>
          <a:p>
            <a:r>
              <a:rPr lang="es-ES" dirty="0"/>
              <a:t>Enfoque:</a:t>
            </a:r>
          </a:p>
          <a:p>
            <a:r>
              <a:rPr lang="es-ES" dirty="0"/>
              <a:t>Categorías de mayor diferenciación</a:t>
            </a:r>
          </a:p>
          <a:p>
            <a:r>
              <a:rPr lang="es-ES" dirty="0"/>
              <a:t>Mayor valor agregado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220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F0C4066-A101-48B2-9053-8B30B66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3727"/>
            <a:ext cx="10058400" cy="702112"/>
          </a:xfrm>
        </p:spPr>
        <p:txBody>
          <a:bodyPr rtlCol="0">
            <a:normAutofit/>
          </a:bodyPr>
          <a:lstStyle/>
          <a:p>
            <a:pPr algn="ctr" rtl="0">
              <a:tabLst>
                <a:tab pos="4119563" algn="l"/>
              </a:tabLst>
            </a:pPr>
            <a:r>
              <a:rPr lang="es-ES" sz="3600" dirty="0"/>
              <a:t>Modelo de Negocio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E2EA095-318E-422D-B247-EAE7AFB74F2F}"/>
              </a:ext>
            </a:extLst>
          </p:cNvPr>
          <p:cNvSpPr txBox="1"/>
          <p:nvPr/>
        </p:nvSpPr>
        <p:spPr>
          <a:xfrm>
            <a:off x="737347" y="1344706"/>
            <a:ext cx="110019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PE" dirty="0"/>
              <a:t>Propuesta de valor (ya definida): </a:t>
            </a:r>
            <a:r>
              <a:rPr lang="es-PE" b="1" dirty="0"/>
              <a:t>Salud + experiencia + natural + impacto</a:t>
            </a:r>
          </a:p>
          <a:p>
            <a:endParaRPr lang="es-PE" b="1" dirty="0"/>
          </a:p>
          <a:p>
            <a:r>
              <a:rPr lang="es-ES" b="1" dirty="0"/>
              <a:t>	</a:t>
            </a:r>
            <a:r>
              <a:rPr lang="es-ES" b="1" dirty="0" err="1"/>
              <a:t>Daynite</a:t>
            </a:r>
            <a:r>
              <a:rPr lang="es-ES" b="1" dirty="0"/>
              <a:t> genera valor a través del desarrollo y comercialización de productos de 	alimentación saludable diferenciados, capturando valor mediante márgenes en productos 	de alto valor percibido.</a:t>
            </a:r>
            <a:endParaRPr lang="es-PE" b="1" dirty="0"/>
          </a:p>
          <a:p>
            <a:endParaRPr lang="es-PE" dirty="0"/>
          </a:p>
          <a:p>
            <a:r>
              <a:rPr lang="es-PE" dirty="0"/>
              <a:t>2. Segmento de clientes: </a:t>
            </a:r>
          </a:p>
          <a:p>
            <a:r>
              <a:rPr lang="es-PE" dirty="0"/>
              <a:t>	</a:t>
            </a:r>
            <a:r>
              <a:rPr lang="es-PE" b="1" dirty="0"/>
              <a:t>Target principal:</a:t>
            </a:r>
            <a:r>
              <a:rPr lang="es-PE" dirty="0"/>
              <a:t> Adultos jóvenes (25–45). NSE medio–alto / alto</a:t>
            </a:r>
          </a:p>
          <a:p>
            <a:r>
              <a:rPr lang="es-PE" b="1" dirty="0"/>
              <a:t>	Interés 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dirty="0"/>
              <a:t>Alimentación saludable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dirty="0"/>
              <a:t>Fitness / bienestar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dirty="0"/>
              <a:t>Consumo consciente</a:t>
            </a:r>
          </a:p>
          <a:p>
            <a:r>
              <a:rPr lang="es-PE" b="1" dirty="0"/>
              <a:t>	Casos de uso:</a:t>
            </a:r>
          </a:p>
          <a:p>
            <a:r>
              <a:rPr lang="es-PE" dirty="0"/>
              <a:t>	Desayuno rápido, snack ,entre comidas, post entrenamiento, sustituto de opciones menos 	saludables</a:t>
            </a:r>
          </a:p>
        </p:txBody>
      </p:sp>
    </p:spTree>
    <p:extLst>
      <p:ext uri="{BB962C8B-B14F-4D97-AF65-F5344CB8AC3E}">
        <p14:creationId xmlns:p14="http://schemas.microsoft.com/office/powerpoint/2010/main" val="722020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2B0D57-AADF-4403-9D02-F9C42467110C}"/>
              </a:ext>
            </a:extLst>
          </p:cNvPr>
          <p:cNvSpPr txBox="1"/>
          <p:nvPr/>
        </p:nvSpPr>
        <p:spPr>
          <a:xfrm>
            <a:off x="736227" y="420505"/>
            <a:ext cx="107341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b="1" dirty="0"/>
          </a:p>
          <a:p>
            <a:r>
              <a:rPr lang="es-PE" b="1" dirty="0"/>
              <a:t>3. Canales de venta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PE" b="1" dirty="0"/>
              <a:t>Canal directo (prioritario al inicio)</a:t>
            </a:r>
          </a:p>
          <a:p>
            <a:r>
              <a:rPr lang="es-PE" dirty="0"/>
              <a:t>		Instagram / WhatsApp, venta directa, </a:t>
            </a:r>
            <a:r>
              <a:rPr lang="es-PE" dirty="0" err="1"/>
              <a:t>delivery</a:t>
            </a:r>
            <a:endParaRPr lang="es-PE" dirty="0"/>
          </a:p>
          <a:p>
            <a:pPr lvl="2"/>
            <a:r>
              <a:rPr lang="es-PE" dirty="0"/>
              <a:t>Mayor margen + control de marca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PE" b="1" dirty="0"/>
              <a:t>Canal </a:t>
            </a:r>
            <a:r>
              <a:rPr lang="es-PE" b="1" dirty="0" err="1"/>
              <a:t>retail</a:t>
            </a:r>
            <a:r>
              <a:rPr lang="es-PE" b="1" dirty="0"/>
              <a:t> selectivo</a:t>
            </a:r>
          </a:p>
          <a:p>
            <a:r>
              <a:rPr lang="es-PE" dirty="0"/>
              <a:t>		Tiendas saludables, cafés, gimnasios: mayor volumen + visibilidad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PE" b="1" dirty="0"/>
              <a:t>Ferias naturistas. veganas</a:t>
            </a:r>
            <a:endParaRPr lang="es-PE" dirty="0"/>
          </a:p>
          <a:p>
            <a:pPr lvl="1"/>
            <a:r>
              <a:rPr lang="es-PE" dirty="0"/>
              <a:t>	 Mayor margen, mayor liquidez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942FC8C-E2E5-42F7-B885-693F16A06442}"/>
              </a:ext>
            </a:extLst>
          </p:cNvPr>
          <p:cNvSpPr txBox="1"/>
          <p:nvPr/>
        </p:nvSpPr>
        <p:spPr>
          <a:xfrm>
            <a:off x="736227" y="3335714"/>
            <a:ext cx="108282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/>
              <a:t>4. Estrategia de precios</a:t>
            </a:r>
            <a:endParaRPr lang="es-PE" dirty="0"/>
          </a:p>
          <a:p>
            <a:r>
              <a:rPr lang="es-PE" dirty="0" err="1"/>
              <a:t>Daynite</a:t>
            </a:r>
            <a:r>
              <a:rPr lang="es-PE" dirty="0"/>
              <a:t> compite en </a:t>
            </a:r>
            <a:r>
              <a:rPr lang="es-PE" b="1" dirty="0"/>
              <a:t>“premium accesible”. </a:t>
            </a:r>
            <a:r>
              <a:rPr lang="es-PE" dirty="0"/>
              <a:t>No es barato (perdemos margen y posicionamiento de marca). Ultra premium (limitas volumen). Debe reflejar: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PE" dirty="0"/>
              <a:t>Ingredientes de calidad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PE" dirty="0"/>
              <a:t>Beneficio funcional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PE" dirty="0"/>
              <a:t>Marca</a:t>
            </a:r>
          </a:p>
        </p:txBody>
      </p:sp>
    </p:spTree>
    <p:extLst>
      <p:ext uri="{BB962C8B-B14F-4D97-AF65-F5344CB8AC3E}">
        <p14:creationId xmlns:p14="http://schemas.microsoft.com/office/powerpoint/2010/main" val="1989618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4EEB68C-28AF-4CC6-9FEA-5D3FD8AD3474}"/>
              </a:ext>
            </a:extLst>
          </p:cNvPr>
          <p:cNvSpPr txBox="1"/>
          <p:nvPr/>
        </p:nvSpPr>
        <p:spPr>
          <a:xfrm>
            <a:off x="668431" y="829893"/>
            <a:ext cx="1085513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  <a:p>
            <a:pPr marL="342900" indent="-342900">
              <a:buAutoNum type="arabicPeriod"/>
            </a:pPr>
            <a:r>
              <a:rPr lang="es-ES" b="1" dirty="0"/>
              <a:t>Materia prima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/>
              <a:t>Avena, frutos secos y frutos deshidratados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/>
              <a:t>Endulzantes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/>
              <a:t>Cacao, huevos</a:t>
            </a:r>
          </a:p>
          <a:p>
            <a:pPr marL="800100" lvl="1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r>
              <a:rPr lang="es-ES" b="1" dirty="0"/>
              <a:t>Producción: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/>
              <a:t>Mano de obra: horneado y empacado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/>
              <a:t>Gas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/>
              <a:t>Utensilios</a:t>
            </a:r>
          </a:p>
          <a:p>
            <a:pPr lvl="1"/>
            <a:endParaRPr lang="es-ES" dirty="0"/>
          </a:p>
          <a:p>
            <a:pPr marL="342900" indent="-342900">
              <a:buAutoNum type="arabicPeriod"/>
            </a:pPr>
            <a:r>
              <a:rPr lang="es-ES" b="1" dirty="0"/>
              <a:t>Empaque: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 err="1"/>
              <a:t>Packaging</a:t>
            </a:r>
            <a:r>
              <a:rPr lang="es-ES" dirty="0"/>
              <a:t> (clave para marca)</a:t>
            </a:r>
          </a:p>
          <a:p>
            <a:pPr lvl="1"/>
            <a:endParaRPr lang="es-ES" dirty="0"/>
          </a:p>
          <a:p>
            <a:pPr marL="342900" indent="-342900">
              <a:buAutoNum type="arabicPeriod"/>
            </a:pPr>
            <a:r>
              <a:rPr lang="es-ES" b="1" dirty="0"/>
              <a:t>Logística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/>
              <a:t>Costos indirectos </a:t>
            </a:r>
            <a:r>
              <a:rPr lang="es-ES" dirty="0" err="1"/>
              <a:t>delivery</a:t>
            </a:r>
            <a:r>
              <a:rPr lang="es-ES" dirty="0"/>
              <a:t> (cajas, bolsas, cinta, etc.)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/>
              <a:t>Distribución (gasolina por transporte, mantenimiento auto, etc.)</a:t>
            </a:r>
          </a:p>
          <a:p>
            <a:pPr lvl="1"/>
            <a:endParaRPr lang="es-ES" dirty="0"/>
          </a:p>
          <a:p>
            <a:pPr marL="342900" indent="-342900">
              <a:buAutoNum type="arabicPeriod"/>
            </a:pPr>
            <a:r>
              <a:rPr lang="es-ES" b="1" dirty="0"/>
              <a:t>Marketing y Ventas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Comisión vendedor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Redes sociales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99D41C5-22C5-4A2D-A1B5-5E7540C9F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78837"/>
            <a:ext cx="10058400" cy="702112"/>
          </a:xfrm>
        </p:spPr>
        <p:txBody>
          <a:bodyPr rtlCol="0">
            <a:normAutofit/>
          </a:bodyPr>
          <a:lstStyle/>
          <a:p>
            <a:pPr algn="ctr" rtl="0">
              <a:tabLst>
                <a:tab pos="4119563" algn="l"/>
              </a:tabLst>
            </a:pPr>
            <a:r>
              <a:rPr lang="es-ES" sz="3600" dirty="0"/>
              <a:t>Estructura de costos</a:t>
            </a:r>
          </a:p>
        </p:txBody>
      </p:sp>
    </p:spTree>
    <p:extLst>
      <p:ext uri="{BB962C8B-B14F-4D97-AF65-F5344CB8AC3E}">
        <p14:creationId xmlns:p14="http://schemas.microsoft.com/office/powerpoint/2010/main" val="3562590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D02E1C-5B05-485F-9914-9E848F807332}"/>
              </a:ext>
            </a:extLst>
          </p:cNvPr>
          <p:cNvSpPr txBox="1"/>
          <p:nvPr/>
        </p:nvSpPr>
        <p:spPr>
          <a:xfrm>
            <a:off x="668989" y="550145"/>
            <a:ext cx="107744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PE" b="1" dirty="0"/>
              <a:t>Palancas de crecimiento</a:t>
            </a:r>
          </a:p>
          <a:p>
            <a:r>
              <a:rPr lang="es-PE" dirty="0"/>
              <a:t>	Cómo crece el negocio: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dirty="0"/>
              <a:t>Más clientes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dirty="0"/>
              <a:t>Mayor frecuencia de compra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dirty="0"/>
              <a:t>Ticket promedio mayor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dirty="0"/>
              <a:t>Nuevos productos</a:t>
            </a:r>
          </a:p>
          <a:p>
            <a:r>
              <a:rPr lang="es-PE" dirty="0"/>
              <a:t>(No dependemos de una sola variable)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EAAD698-2B06-4787-96CA-AD25E6C9B1F7}"/>
              </a:ext>
            </a:extLst>
          </p:cNvPr>
          <p:cNvSpPr txBox="1"/>
          <p:nvPr/>
        </p:nvSpPr>
        <p:spPr>
          <a:xfrm>
            <a:off x="668989" y="3061250"/>
            <a:ext cx="104113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PE" b="1" dirty="0"/>
              <a:t>Ventajas del modelo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dirty="0"/>
              <a:t>Bajo CAPEX inicial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dirty="0"/>
              <a:t>Escalable progresivamente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dirty="0"/>
              <a:t>Flexibilidad en producción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dirty="0"/>
              <a:t>Capacidad de iteración rápida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A657721-598B-47DF-A6EC-F1DECCCD5DA8}"/>
              </a:ext>
            </a:extLst>
          </p:cNvPr>
          <p:cNvSpPr txBox="1"/>
          <p:nvPr/>
        </p:nvSpPr>
        <p:spPr>
          <a:xfrm>
            <a:off x="668988" y="4875225"/>
            <a:ext cx="10774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PE" b="1" dirty="0"/>
              <a:t>Riesgos del modelo</a:t>
            </a:r>
          </a:p>
          <a:p>
            <a:r>
              <a:rPr lang="es-PE" dirty="0"/>
              <a:t>Sensibilidad a costo de insumos</a:t>
            </a:r>
          </a:p>
          <a:p>
            <a:r>
              <a:rPr lang="es-PE" dirty="0"/>
              <a:t>Dependencia de canales digitales al inicio</a:t>
            </a:r>
          </a:p>
          <a:p>
            <a:r>
              <a:rPr lang="es-PE" dirty="0"/>
              <a:t>Construcción de marca toma tiempo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74FA75A-0512-483D-9AA5-D5D81721E965}"/>
              </a:ext>
            </a:extLst>
          </p:cNvPr>
          <p:cNvSpPr txBox="1"/>
          <p:nvPr/>
        </p:nvSpPr>
        <p:spPr>
          <a:xfrm>
            <a:off x="6922192" y="1792358"/>
            <a:ext cx="45212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i="1" dirty="0" err="1"/>
              <a:t>Daynite</a:t>
            </a:r>
            <a:r>
              <a:rPr lang="es-PE" b="1" i="1" dirty="0"/>
              <a:t> opera bajo un modelo de negocio basado en la comercialización de productos de alimentación saludable de alto valor percibido, combinando canales directos y </a:t>
            </a:r>
            <a:r>
              <a:rPr lang="es-PE" b="1" i="1" dirty="0" err="1"/>
              <a:t>retail</a:t>
            </a:r>
            <a:r>
              <a:rPr lang="es-PE" b="1" i="1" dirty="0"/>
              <a:t> selectivo para maximizar márgenes, construir marca y escalar progresivamente.</a:t>
            </a:r>
          </a:p>
        </p:txBody>
      </p:sp>
    </p:spTree>
    <p:extLst>
      <p:ext uri="{BB962C8B-B14F-4D97-AF65-F5344CB8AC3E}">
        <p14:creationId xmlns:p14="http://schemas.microsoft.com/office/powerpoint/2010/main" val="641057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</p:spTree>
    <p:extLst>
      <p:ext uri="{BB962C8B-B14F-4D97-AF65-F5344CB8AC3E}">
        <p14:creationId xmlns:p14="http://schemas.microsoft.com/office/powerpoint/2010/main" val="814815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29751727_TF78440441" id="{8124CA7B-D09D-4442-8065-5B4988299C03}" vid="{ED9CC861-8305-4014-8AEE-D8DC366825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Garden Savon</Template>
  <TotalTime>1228</TotalTime>
  <Words>1306</Words>
  <Application>Microsoft Office PowerPoint</Application>
  <PresentationFormat>Panorámica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</vt:lpstr>
      <vt:lpstr>Savon</vt:lpstr>
      <vt:lpstr>Business case</vt:lpstr>
      <vt:lpstr>AGENDA</vt:lpstr>
      <vt:lpstr>Contexto y oportunidad</vt:lpstr>
      <vt:lpstr>Presentación de PowerPoint</vt:lpstr>
      <vt:lpstr>Presentación de PowerPoint</vt:lpstr>
      <vt:lpstr>Presentación de PowerPoint</vt:lpstr>
      <vt:lpstr>Presentación de PowerPoint</vt:lpstr>
      <vt:lpstr>Propuesta de Valor</vt:lpstr>
      <vt:lpstr>Roadmap tu Portafolio</vt:lpstr>
      <vt:lpstr>Modelo de Negocio</vt:lpstr>
      <vt:lpstr>Presentación de PowerPoint</vt:lpstr>
      <vt:lpstr>Estructura de costos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case</dc:title>
  <dc:creator>Raul Vasquez</dc:creator>
  <cp:lastModifiedBy>Raul Vasquez</cp:lastModifiedBy>
  <cp:revision>9</cp:revision>
  <dcterms:created xsi:type="dcterms:W3CDTF">2026-04-09T22:50:14Z</dcterms:created>
  <dcterms:modified xsi:type="dcterms:W3CDTF">2026-04-10T19:27:12Z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